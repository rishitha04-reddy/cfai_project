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xend Deca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279" y="2691342"/>
            <a:ext cx="13208486" cy="242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0"/>
              </a:lnSpc>
            </a:pPr>
            <a:r>
              <a:rPr lang="en-US" sz="93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Competitive Resource Allocation Game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8273" y="8102290"/>
            <a:ext cx="6461658" cy="1751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4"/>
              </a:lnSpc>
            </a:pPr>
            <a:r>
              <a:rPr lang="en-US" sz="335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Team Members</a:t>
            </a:r>
          </a:p>
          <a:p>
            <a:pPr algn="l">
              <a:lnSpc>
                <a:spcPts val="4694"/>
              </a:lnSpc>
            </a:pPr>
            <a:r>
              <a:rPr lang="en-US" sz="335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S. Rishitha Reddy - 2520090039</a:t>
            </a:r>
          </a:p>
          <a:p>
            <a:pPr algn="l">
              <a:lnSpc>
                <a:spcPts val="4694"/>
              </a:lnSpc>
            </a:pPr>
            <a:r>
              <a:rPr lang="en-US" sz="335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M. Thanvi Reddy - 252003054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0" y="1824254"/>
            <a:ext cx="18288000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5655390" y="4"/>
            <a:ext cx="9525" cy="1028700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1192432" y="9191625"/>
            <a:ext cx="3837765" cy="58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1"/>
              </a:lnSpc>
              <a:spcBef>
                <a:spcPct val="0"/>
              </a:spcBef>
            </a:pPr>
            <a:r>
              <a:rPr lang="en-US" sz="3472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Section - 5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824254"/>
            <a:ext cx="18288000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96816">
            <a:off x="6904043" y="5138729"/>
            <a:ext cx="10287004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728320"/>
            <a:ext cx="9494908" cy="539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24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The Competitive Resource Allocation Game is an AI-based simulation in which multiple agents compete for limited resources. Each agent follows a strategy to acquire resources and maximize its score. The project demonstrates fundamental Artificial Intelligence concepts such as intelligent agents, problem formulation, decision-making, and resource optimization. By simulating competition among agents, the game helps in understanding how resources can be allocated efficiently in a constrained environment and how different strategies affect overall performance.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971470" y="2711622"/>
            <a:ext cx="4526790" cy="6367608"/>
          </a:xfrm>
          <a:custGeom>
            <a:avLst/>
            <a:gdLst/>
            <a:ahLst/>
            <a:cxnLst/>
            <a:rect r="r" b="b" t="t" l="l"/>
            <a:pathLst>
              <a:path h="6367608" w="4526790">
                <a:moveTo>
                  <a:pt x="0" y="0"/>
                </a:moveTo>
                <a:lnTo>
                  <a:pt x="4526790" y="0"/>
                </a:lnTo>
                <a:lnTo>
                  <a:pt x="4526790" y="6367608"/>
                </a:lnTo>
                <a:lnTo>
                  <a:pt x="0" y="6367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47826" y="9022080"/>
            <a:ext cx="51784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34365"/>
            <a:ext cx="834944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Abstract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46409" y="653415"/>
            <a:ext cx="577691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Competitive Resource Allocation Game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824254"/>
            <a:ext cx="18288000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378147" y="3266756"/>
            <a:ext cx="8318412" cy="5343130"/>
          </a:xfrm>
          <a:custGeom>
            <a:avLst/>
            <a:gdLst/>
            <a:ahLst/>
            <a:cxnLst/>
            <a:rect r="r" b="b" t="t" l="l"/>
            <a:pathLst>
              <a:path h="5343130" w="8318412">
                <a:moveTo>
                  <a:pt x="0" y="0"/>
                </a:moveTo>
                <a:lnTo>
                  <a:pt x="8318412" y="0"/>
                </a:lnTo>
                <a:lnTo>
                  <a:pt x="8318412" y="5343130"/>
                </a:lnTo>
                <a:lnTo>
                  <a:pt x="0" y="5343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86" r="0" b="-123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4553" y="2390407"/>
            <a:ext cx="8349447" cy="753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Project Description</a:t>
            </a:r>
          </a:p>
          <a:p>
            <a:pPr algn="just" marL="604518" indent="-302259" lvl="1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AI-based resource allocation simulation.</a:t>
            </a:r>
          </a:p>
          <a:p>
            <a:pPr algn="just" marL="604518" indent="-302259" lvl="1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Multiple agents compete for limited resources.</a:t>
            </a:r>
          </a:p>
          <a:p>
            <a:pPr algn="just" marL="604518" indent="-302259" lvl="1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Different strategies are used by agents.</a:t>
            </a:r>
          </a:p>
          <a:p>
            <a:pPr algn="just" marL="604518" indent="-302259" lvl="1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Agent with highest score wins.</a:t>
            </a:r>
          </a:p>
          <a:p>
            <a:pPr algn="just">
              <a:lnSpc>
                <a:spcPts val="5039"/>
              </a:lnSpc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AI Concepts Used</a:t>
            </a:r>
          </a:p>
          <a:p>
            <a:pPr algn="just" marL="604518" indent="-302259" lvl="1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Intelligent Agents</a:t>
            </a:r>
          </a:p>
          <a:p>
            <a:pPr algn="just" marL="604518" indent="-302259" lvl="1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Decision Making</a:t>
            </a:r>
          </a:p>
          <a:p>
            <a:pPr algn="just" marL="604518" indent="-302259" lvl="1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Resource Optimization</a:t>
            </a:r>
          </a:p>
          <a:p>
            <a:pPr algn="just" marL="604518" indent="-302259" lvl="1">
              <a:lnSpc>
                <a:spcPts val="5039"/>
              </a:lnSpc>
              <a:buFont typeface="Arial"/>
              <a:buChar char="•"/>
            </a:pPr>
            <a:r>
              <a:rPr lang="en-US" sz="2799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Problem Solving</a:t>
            </a:r>
          </a:p>
          <a:p>
            <a:pPr algn="just">
              <a:lnSpc>
                <a:spcPts val="43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34365"/>
            <a:ext cx="834944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47826" y="9022080"/>
            <a:ext cx="51784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824254"/>
            <a:ext cx="18288000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96816">
            <a:off x="6904043" y="5138729"/>
            <a:ext cx="10287004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2078758"/>
            <a:ext cx="12042783" cy="7666905"/>
          </a:xfrm>
          <a:custGeom>
            <a:avLst/>
            <a:gdLst/>
            <a:ahLst/>
            <a:cxnLst/>
            <a:rect r="r" b="b" t="t" l="l"/>
            <a:pathLst>
              <a:path h="7666905" w="12042783">
                <a:moveTo>
                  <a:pt x="0" y="0"/>
                </a:moveTo>
                <a:lnTo>
                  <a:pt x="12042783" y="0"/>
                </a:lnTo>
                <a:lnTo>
                  <a:pt x="12042783" y="7666906"/>
                </a:lnTo>
                <a:lnTo>
                  <a:pt x="0" y="7666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34365"/>
            <a:ext cx="834944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agent.py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47826" y="9022080"/>
            <a:ext cx="51784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F0E3CA"/>
                </a:solidFill>
                <a:latin typeface="Lexend Deca"/>
                <a:ea typeface="Lexend Deca"/>
                <a:cs typeface="Lexend Deca"/>
                <a:sym typeface="Lexend Deca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85859" y="3062237"/>
            <a:ext cx="5492809" cy="399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3"/>
              </a:lnSpc>
            </a:pPr>
            <a:r>
              <a:rPr lang="en-US" sz="2235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Explaination</a:t>
            </a:r>
          </a:p>
          <a:p>
            <a:pPr algn="l" marL="482563" indent="-241282" lvl="1">
              <a:lnSpc>
                <a:spcPts val="4023"/>
              </a:lnSpc>
              <a:buFont typeface="Arial"/>
              <a:buChar char="•"/>
            </a:pPr>
            <a:r>
              <a:rPr lang="en-US" sz="2235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Defines agent behavior.</a:t>
            </a:r>
          </a:p>
          <a:p>
            <a:pPr algn="l" marL="482563" indent="-241282" lvl="1">
              <a:lnSpc>
                <a:spcPts val="4023"/>
              </a:lnSpc>
              <a:buFont typeface="Arial"/>
              <a:buChar char="•"/>
            </a:pPr>
            <a:r>
              <a:rPr lang="en-US" sz="2235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Each agent follows a strategy:</a:t>
            </a:r>
          </a:p>
          <a:p>
            <a:pPr algn="l" marL="482563" indent="-241282" lvl="1">
              <a:lnSpc>
                <a:spcPts val="4023"/>
              </a:lnSpc>
              <a:buFont typeface="Arial"/>
              <a:buChar char="•"/>
            </a:pPr>
            <a:r>
              <a:rPr lang="en-US" sz="2235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Aggressive</a:t>
            </a:r>
          </a:p>
          <a:p>
            <a:pPr algn="l" marL="482563" indent="-241282" lvl="1">
              <a:lnSpc>
                <a:spcPts val="4023"/>
              </a:lnSpc>
              <a:buFont typeface="Arial"/>
              <a:buChar char="•"/>
            </a:pPr>
            <a:r>
              <a:rPr lang="en-US" sz="2235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Balanced</a:t>
            </a:r>
          </a:p>
          <a:p>
            <a:pPr algn="l" marL="482563" indent="-241282" lvl="1">
              <a:lnSpc>
                <a:spcPts val="4023"/>
              </a:lnSpc>
              <a:buFont typeface="Arial"/>
              <a:buChar char="•"/>
            </a:pPr>
            <a:r>
              <a:rPr lang="en-US" sz="2235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Conservative</a:t>
            </a:r>
          </a:p>
          <a:p>
            <a:pPr algn="l" marL="482563" indent="-241282" lvl="1">
              <a:lnSpc>
                <a:spcPts val="4023"/>
              </a:lnSpc>
              <a:buFont typeface="Arial"/>
              <a:buChar char="•"/>
            </a:pPr>
            <a:r>
              <a:rPr lang="en-US" sz="2235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Agents decide how many resources to acquire.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824254"/>
            <a:ext cx="18288000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96816">
            <a:off x="6904043" y="5138729"/>
            <a:ext cx="10287004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02201" y="2310029"/>
            <a:ext cx="10940495" cy="7549007"/>
          </a:xfrm>
          <a:custGeom>
            <a:avLst/>
            <a:gdLst/>
            <a:ahLst/>
            <a:cxnLst/>
            <a:rect r="r" b="b" t="t" l="l"/>
            <a:pathLst>
              <a:path h="7549007" w="10940495">
                <a:moveTo>
                  <a:pt x="0" y="0"/>
                </a:moveTo>
                <a:lnTo>
                  <a:pt x="10940494" y="0"/>
                </a:lnTo>
                <a:lnTo>
                  <a:pt x="10940494" y="7549007"/>
                </a:lnTo>
                <a:lnTo>
                  <a:pt x="0" y="7549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67" r="-1377" b="-316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68491" y="3093382"/>
            <a:ext cx="5259933" cy="472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42"/>
              </a:lnSpc>
            </a:pPr>
            <a:r>
              <a:rPr lang="en-US" sz="302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Explanation</a:t>
            </a:r>
          </a:p>
          <a:p>
            <a:pPr algn="just" marL="652854" indent="-326427" lvl="1">
              <a:lnSpc>
                <a:spcPts val="5442"/>
              </a:lnSpc>
              <a:buFont typeface="Arial"/>
              <a:buChar char="•"/>
            </a:pPr>
            <a:r>
              <a:rPr lang="en-US" sz="302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Controls game rounds.</a:t>
            </a:r>
          </a:p>
          <a:p>
            <a:pPr algn="just" marL="652854" indent="-326427" lvl="1">
              <a:lnSpc>
                <a:spcPts val="5442"/>
              </a:lnSpc>
              <a:buFont typeface="Arial"/>
              <a:buChar char="•"/>
            </a:pPr>
            <a:r>
              <a:rPr lang="en-US" sz="302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Allocates resources.</a:t>
            </a:r>
          </a:p>
          <a:p>
            <a:pPr algn="just" marL="652854" indent="-326427" lvl="1">
              <a:lnSpc>
                <a:spcPts val="5442"/>
              </a:lnSpc>
              <a:buFont typeface="Arial"/>
              <a:buChar char="•"/>
            </a:pPr>
            <a:r>
              <a:rPr lang="en-US" sz="302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Updates scores.</a:t>
            </a:r>
          </a:p>
          <a:p>
            <a:pPr algn="just" marL="652854" indent="-326427" lvl="1">
              <a:lnSpc>
                <a:spcPts val="5442"/>
              </a:lnSpc>
              <a:buFont typeface="Arial"/>
              <a:buChar char="•"/>
            </a:pPr>
            <a:r>
              <a:rPr lang="en-US" sz="302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Displays scoreboard.</a:t>
            </a:r>
          </a:p>
          <a:p>
            <a:pPr algn="just" marL="652854" indent="-326427" lvl="1">
              <a:lnSpc>
                <a:spcPts val="5442"/>
              </a:lnSpc>
              <a:buFont typeface="Arial"/>
              <a:buChar char="•"/>
            </a:pPr>
            <a:r>
              <a:rPr lang="en-US" sz="302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Determines winner.</a:t>
            </a:r>
          </a:p>
          <a:p>
            <a:pPr algn="just">
              <a:lnSpc>
                <a:spcPts val="544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4365"/>
            <a:ext cx="834944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game.py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47826" y="9022080"/>
            <a:ext cx="51784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824254"/>
            <a:ext cx="18288000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96816">
            <a:off x="6904043" y="5138729"/>
            <a:ext cx="10287004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8079" y="2143757"/>
            <a:ext cx="11463438" cy="7293613"/>
          </a:xfrm>
          <a:custGeom>
            <a:avLst/>
            <a:gdLst/>
            <a:ahLst/>
            <a:cxnLst/>
            <a:rect r="r" b="b" t="t" l="l"/>
            <a:pathLst>
              <a:path h="7293613" w="11463438">
                <a:moveTo>
                  <a:pt x="0" y="0"/>
                </a:moveTo>
                <a:lnTo>
                  <a:pt x="11463438" y="0"/>
                </a:lnTo>
                <a:lnTo>
                  <a:pt x="11463438" y="7293613"/>
                </a:lnTo>
                <a:lnTo>
                  <a:pt x="0" y="7293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80920" y="3367025"/>
            <a:ext cx="5642184" cy="433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38"/>
              </a:lnSpc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Explanation</a:t>
            </a:r>
          </a:p>
          <a:p>
            <a:pPr algn="just" marL="700299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Starts the game.</a:t>
            </a:r>
          </a:p>
          <a:p>
            <a:pPr algn="just" marL="700299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Creates agents.</a:t>
            </a:r>
          </a:p>
          <a:p>
            <a:pPr algn="just" marL="700299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Runs simulation.</a:t>
            </a:r>
          </a:p>
          <a:p>
            <a:pPr algn="just" marL="700299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Displays final results.</a:t>
            </a:r>
          </a:p>
          <a:p>
            <a:pPr algn="just">
              <a:lnSpc>
                <a:spcPts val="583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4365"/>
            <a:ext cx="834944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main.py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47826" y="9022080"/>
            <a:ext cx="51784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824254"/>
            <a:ext cx="18288000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36622" y="2190156"/>
            <a:ext cx="5704117" cy="7068144"/>
          </a:xfrm>
          <a:custGeom>
            <a:avLst/>
            <a:gdLst/>
            <a:ahLst/>
            <a:cxnLst/>
            <a:rect r="r" b="b" t="t" l="l"/>
            <a:pathLst>
              <a:path h="7068144" w="5704117">
                <a:moveTo>
                  <a:pt x="0" y="0"/>
                </a:moveTo>
                <a:lnTo>
                  <a:pt x="5704117" y="0"/>
                </a:lnTo>
                <a:lnTo>
                  <a:pt x="5704117" y="7068144"/>
                </a:lnTo>
                <a:lnTo>
                  <a:pt x="0" y="70681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75748" y="2190156"/>
            <a:ext cx="5536504" cy="7068144"/>
          </a:xfrm>
          <a:custGeom>
            <a:avLst/>
            <a:gdLst/>
            <a:ahLst/>
            <a:cxnLst/>
            <a:rect r="r" b="b" t="t" l="l"/>
            <a:pathLst>
              <a:path h="7068144" w="5536504">
                <a:moveTo>
                  <a:pt x="0" y="0"/>
                </a:moveTo>
                <a:lnTo>
                  <a:pt x="5536504" y="0"/>
                </a:lnTo>
                <a:lnTo>
                  <a:pt x="5536504" y="7068144"/>
                </a:lnTo>
                <a:lnTo>
                  <a:pt x="0" y="7068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50377" y="2190156"/>
            <a:ext cx="5686105" cy="7068144"/>
          </a:xfrm>
          <a:custGeom>
            <a:avLst/>
            <a:gdLst/>
            <a:ahLst/>
            <a:cxnLst/>
            <a:rect r="r" b="b" t="t" l="l"/>
            <a:pathLst>
              <a:path h="7068144" w="5686105">
                <a:moveTo>
                  <a:pt x="0" y="0"/>
                </a:moveTo>
                <a:lnTo>
                  <a:pt x="5686105" y="0"/>
                </a:lnTo>
                <a:lnTo>
                  <a:pt x="5686105" y="7068144"/>
                </a:lnTo>
                <a:lnTo>
                  <a:pt x="0" y="7068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34365"/>
            <a:ext cx="834944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Output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47826" y="9022080"/>
            <a:ext cx="51784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824254"/>
            <a:ext cx="18288000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08318" y="2306721"/>
            <a:ext cx="6352104" cy="7444320"/>
          </a:xfrm>
          <a:custGeom>
            <a:avLst/>
            <a:gdLst/>
            <a:ahLst/>
            <a:cxnLst/>
            <a:rect r="r" b="b" t="t" l="l"/>
            <a:pathLst>
              <a:path h="7444320" w="6352104">
                <a:moveTo>
                  <a:pt x="0" y="0"/>
                </a:moveTo>
                <a:lnTo>
                  <a:pt x="6352104" y="0"/>
                </a:lnTo>
                <a:lnTo>
                  <a:pt x="6352104" y="7444321"/>
                </a:lnTo>
                <a:lnTo>
                  <a:pt x="0" y="74443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306721"/>
            <a:ext cx="7221150" cy="7444320"/>
          </a:xfrm>
          <a:custGeom>
            <a:avLst/>
            <a:gdLst/>
            <a:ahLst/>
            <a:cxnLst/>
            <a:rect r="r" b="b" t="t" l="l"/>
            <a:pathLst>
              <a:path h="7444320" w="7221150">
                <a:moveTo>
                  <a:pt x="0" y="0"/>
                </a:moveTo>
                <a:lnTo>
                  <a:pt x="7221150" y="0"/>
                </a:lnTo>
                <a:lnTo>
                  <a:pt x="7221150" y="7444321"/>
                </a:lnTo>
                <a:lnTo>
                  <a:pt x="0" y="7444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47826" y="9022080"/>
            <a:ext cx="51784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4345"/>
            <a:ext cx="5583575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  <a:spcBef>
                <a:spcPct val="0"/>
              </a:spcBef>
            </a:pPr>
            <a:r>
              <a:rPr lang="en-US" sz="42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Output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824254"/>
            <a:ext cx="18288000" cy="0"/>
          </a:xfrm>
          <a:prstGeom prst="line">
            <a:avLst/>
          </a:prstGeom>
          <a:ln cap="rnd" w="9525">
            <a:solidFill>
              <a:srgbClr val="5C3D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34365"/>
            <a:ext cx="834944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47826" y="9022080"/>
            <a:ext cx="51784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39238" y="4719395"/>
            <a:ext cx="9525" cy="667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17317" y="2340360"/>
            <a:ext cx="14260354" cy="726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38"/>
              </a:lnSpc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Sample Conclusion</a:t>
            </a:r>
          </a:p>
          <a:p>
            <a:pPr algn="just" marL="700298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Successfully implemented a Competitive Resource Allocation Game.</a:t>
            </a:r>
          </a:p>
          <a:p>
            <a:pPr algn="just" marL="700298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Demonstrated AI agent behavior.</a:t>
            </a:r>
          </a:p>
          <a:p>
            <a:pPr algn="just" marL="700298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Compared different allocation strategies.</a:t>
            </a:r>
          </a:p>
          <a:p>
            <a:pPr algn="just" marL="700298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Showed efficient utilization of limited resources.</a:t>
            </a:r>
          </a:p>
          <a:p>
            <a:pPr algn="just">
              <a:lnSpc>
                <a:spcPts val="5838"/>
              </a:lnSpc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Future Enhancement</a:t>
            </a:r>
          </a:p>
          <a:p>
            <a:pPr algn="just" marL="700298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Add GUI.</a:t>
            </a:r>
          </a:p>
          <a:p>
            <a:pPr algn="just" marL="700298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Add more AI strategies.</a:t>
            </a:r>
          </a:p>
          <a:p>
            <a:pPr algn="just" marL="700298" indent="-350149" lvl="1">
              <a:lnSpc>
                <a:spcPts val="5838"/>
              </a:lnSpc>
              <a:buFont typeface="Arial"/>
              <a:buChar char="•"/>
            </a:pPr>
            <a:r>
              <a:rPr lang="en-US" sz="3243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Use Machine Learning for adaptive agents.</a:t>
            </a:r>
          </a:p>
          <a:p>
            <a:pPr algn="just">
              <a:lnSpc>
                <a:spcPts val="58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0E3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92010" y="4448175"/>
            <a:ext cx="1100932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5C3D2E"/>
                </a:solidFill>
                <a:latin typeface="Lexend Deca"/>
                <a:ea typeface="Lexend Deca"/>
                <a:cs typeface="Lexend Deca"/>
                <a:sym typeface="Lexend Deca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DAHMpYk9wy0</dc:identifier>
  <dcterms:modified xsi:type="dcterms:W3CDTF">2011-08-01T06:04:30Z</dcterms:modified>
  <cp:revision>1</cp:revision>
  <dc:title>Cream Beige Brown Monotone Simple Minimalist All Purpose Presentation PPT Template</dc:title>
</cp:coreProperties>
</file>